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14"/>
  </p:notesMasterIdLst>
  <p:sldIdLst>
    <p:sldId id="256" r:id="rId2"/>
    <p:sldId id="453" r:id="rId3"/>
    <p:sldId id="461" r:id="rId4"/>
    <p:sldId id="462" r:id="rId5"/>
    <p:sldId id="463" r:id="rId6"/>
    <p:sldId id="464" r:id="rId7"/>
    <p:sldId id="465" r:id="rId8"/>
    <p:sldId id="467" r:id="rId9"/>
    <p:sldId id="468" r:id="rId10"/>
    <p:sldId id="466" r:id="rId11"/>
    <p:sldId id="447" r:id="rId12"/>
    <p:sldId id="295" r:id="rId13"/>
  </p:sldIdLst>
  <p:sldSz cx="11518900" cy="647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57598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115196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727942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2303921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87990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3455882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403186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460784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040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梁桂明(平安科技计算产品团队监控智能服务组)" initials="梁桂明(平安科技计算产品团队监控智能服务组)" lastIdx="1" clrIdx="0">
    <p:extLst>
      <p:ext uri="{19B8F6BF-5375-455C-9EA6-DF929625EA0E}">
        <p15:presenceInfo xmlns:p15="http://schemas.microsoft.com/office/powerpoint/2012/main" userId="S-1-5-21-1392117938-847598349-1136263860-25766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709"/>
    <a:srgbClr val="229113"/>
    <a:srgbClr val="0000CC"/>
    <a:srgbClr val="333031"/>
    <a:srgbClr val="D75328"/>
    <a:srgbClr val="DD4B23"/>
    <a:srgbClr val="ABE7F3"/>
    <a:srgbClr val="7983DD"/>
    <a:srgbClr val="F587E8"/>
    <a:srgbClr val="EA4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7692" autoAdjust="0"/>
  </p:normalViewPr>
  <p:slideViewPr>
    <p:cSldViewPr snapToGrid="0">
      <p:cViewPr varScale="1">
        <p:scale>
          <a:sx n="64" d="100"/>
          <a:sy n="64" d="100"/>
        </p:scale>
        <p:origin x="852" y="72"/>
      </p:cViewPr>
      <p:guideLst>
        <p:guide orient="horz" pos="2040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06243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50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864036" y="2013055"/>
            <a:ext cx="9792416" cy="138903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28073" y="3672099"/>
            <a:ext cx="8064342" cy="165604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910039" y="4164114"/>
            <a:ext cx="9792415" cy="128703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10039" y="2746574"/>
            <a:ext cx="9792415" cy="141753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pic>
        <p:nvPicPr>
          <p:cNvPr id="32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576025" y="1450540"/>
            <a:ext cx="5090217" cy="60451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3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5852250" y="1450540"/>
            <a:ext cx="5092217" cy="604517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400" b="1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文本"/>
          <p:cNvSpPr txBox="1">
            <a:spLocks noGrp="1"/>
          </p:cNvSpPr>
          <p:nvPr>
            <p:ph type="title"/>
          </p:nvPr>
        </p:nvSpPr>
        <p:spPr>
          <a:xfrm>
            <a:off x="576025" y="258006"/>
            <a:ext cx="3790162" cy="109803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87" name="正文级别 1…"/>
          <p:cNvSpPr txBox="1">
            <a:spLocks noGrp="1"/>
          </p:cNvSpPr>
          <p:nvPr>
            <p:ph type="body" idx="1"/>
          </p:nvPr>
        </p:nvSpPr>
        <p:spPr>
          <a:xfrm>
            <a:off x="4504190" y="258007"/>
            <a:ext cx="6440275" cy="55306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88" name="文本占位符 3"/>
          <p:cNvSpPr>
            <a:spLocks noGrp="1"/>
          </p:cNvSpPr>
          <p:nvPr>
            <p:ph type="body" sz="half" idx="13"/>
          </p:nvPr>
        </p:nvSpPr>
        <p:spPr>
          <a:xfrm>
            <a:off x="576026" y="1356037"/>
            <a:ext cx="3790161" cy="4432622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FontTx/>
              <a:buNone/>
              <a:defRPr sz="1400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文本"/>
          <p:cNvSpPr txBox="1">
            <a:spLocks noGrp="1"/>
          </p:cNvSpPr>
          <p:nvPr>
            <p:ph type="title"/>
          </p:nvPr>
        </p:nvSpPr>
        <p:spPr>
          <a:xfrm>
            <a:off x="2258096" y="4536121"/>
            <a:ext cx="6912293" cy="53551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7" name="图片占位符 2"/>
          <p:cNvSpPr>
            <a:spLocks noGrp="1"/>
          </p:cNvSpPr>
          <p:nvPr>
            <p:ph type="pic" sz="half" idx="13"/>
          </p:nvPr>
        </p:nvSpPr>
        <p:spPr>
          <a:xfrm>
            <a:off x="2258096" y="579014"/>
            <a:ext cx="6912293" cy="38881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/>
          </a:p>
        </p:txBody>
      </p:sp>
      <p:sp>
        <p:nvSpPr>
          <p:cNvPr id="9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258096" y="5071636"/>
            <a:ext cx="6912293" cy="7605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0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文本"/>
          <p:cNvSpPr txBox="1">
            <a:spLocks noGrp="1"/>
          </p:cNvSpPr>
          <p:nvPr>
            <p:ph type="title"/>
          </p:nvPr>
        </p:nvSpPr>
        <p:spPr>
          <a:xfrm>
            <a:off x="8352353" y="195005"/>
            <a:ext cx="2592111" cy="414611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16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95005"/>
            <a:ext cx="7584321" cy="4146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只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4"/>
          <p:cNvSpPr/>
          <p:nvPr/>
        </p:nvSpPr>
        <p:spPr>
          <a:xfrm>
            <a:off x="418582" y="0"/>
            <a:ext cx="167206" cy="654019"/>
          </a:xfrm>
          <a:prstGeom prst="rect">
            <a:avLst/>
          </a:prstGeom>
          <a:solidFill>
            <a:srgbClr val="FF5D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5" name="图片 5" descr="图片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31666" y="261531"/>
            <a:ext cx="3072131" cy="29398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260839" y="712595"/>
            <a:ext cx="2998809" cy="342986"/>
          </a:xfrm>
          <a:prstGeom prst="rect">
            <a:avLst/>
          </a:prstGeom>
        </p:spPr>
        <p:txBody>
          <a:bodyPr/>
          <a:lstStyle>
            <a:lvl1pPr marL="0" indent="0" algn="ctr" defTabSz="864017">
              <a:lnSpc>
                <a:spcPct val="90000"/>
              </a:lnSpc>
              <a:spcBef>
                <a:spcPts val="9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681717" indent="-224517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123950" indent="-20955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623060" indent="-25146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080260" indent="-25146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27" name="标题文本"/>
          <p:cNvSpPr txBox="1">
            <a:spLocks noGrp="1"/>
          </p:cNvSpPr>
          <p:nvPr>
            <p:ph type="title"/>
          </p:nvPr>
        </p:nvSpPr>
        <p:spPr>
          <a:xfrm>
            <a:off x="792034" y="206813"/>
            <a:ext cx="3278307" cy="447206"/>
          </a:xfrm>
          <a:prstGeom prst="rect">
            <a:avLst/>
          </a:prstGeom>
        </p:spPr>
        <p:txBody>
          <a:bodyPr/>
          <a:lstStyle>
            <a:lvl1pPr>
              <a:defRPr sz="26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28" name="文本占位符 39"/>
          <p:cNvSpPr>
            <a:spLocks noGrp="1"/>
          </p:cNvSpPr>
          <p:nvPr>
            <p:ph type="body" sz="quarter" idx="13"/>
          </p:nvPr>
        </p:nvSpPr>
        <p:spPr>
          <a:xfrm>
            <a:off x="792034" y="712595"/>
            <a:ext cx="2931125" cy="34298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2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464473" y="6044047"/>
            <a:ext cx="263983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576025" y="259507"/>
            <a:ext cx="10368440" cy="1080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512042"/>
            <a:ext cx="10368440" cy="4276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4" name="图片 6" descr="图片 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680483" y="6044047"/>
            <a:ext cx="263982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transition spd="med"/>
  <p:txStyles>
    <p:titleStyle>
      <a:lvl1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57598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15196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727942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2303921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87990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3455882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403186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460784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9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图片 9" descr="图片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9856" y="-6999"/>
            <a:ext cx="11508085" cy="649575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文本框 7"/>
          <p:cNvSpPr txBox="1"/>
          <p:nvPr/>
        </p:nvSpPr>
        <p:spPr>
          <a:xfrm>
            <a:off x="7590262" y="2824589"/>
            <a:ext cx="3123610" cy="76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120000"/>
              </a:lnSpc>
              <a:defRPr sz="40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40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  <a:sym typeface="思源黑体"/>
              </a:rPr>
              <a:t>RocketMQ</a:t>
            </a:r>
            <a:endParaRPr lang="en-US" altLang="zh-CN" sz="4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  <a:sym typeface="思源黑体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40487" y="6032552"/>
            <a:ext cx="6341922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平安科技（深圳）有限公司  版权所有  未经授权不得使用和传播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dirty="0"/>
              <a:t>1</a:t>
            </a:r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8276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7352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2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8276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962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 smtClean="0"/>
              <a:t>3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8276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部署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4630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4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8276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5615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5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8276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监控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78280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6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8276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运维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34083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 smtClean="0"/>
              <a:t>7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481627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57035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8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613565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最佳实践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2430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9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613565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问题处理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01363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3111099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 smtClean="0"/>
              <a:t>10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493256" y="2579616"/>
            <a:ext cx="1103826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</a:p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30884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1" name="图片 8" descr="图片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3013" y="-29029"/>
            <a:ext cx="11573501" cy="6532675"/>
          </a:xfrm>
          <a:prstGeom prst="rect">
            <a:avLst/>
          </a:prstGeom>
          <a:ln w="12700">
            <a:miter lim="400000"/>
          </a:ln>
        </p:spPr>
      </p:pic>
      <p:sp>
        <p:nvSpPr>
          <p:cNvPr id="1845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46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7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</a:ln>
        </p:spPr>
      </p:pic>
      <p:sp>
        <p:nvSpPr>
          <p:cNvPr id="1848" name="文本框 7"/>
          <p:cNvSpPr txBox="1"/>
          <p:nvPr/>
        </p:nvSpPr>
        <p:spPr>
          <a:xfrm>
            <a:off x="5146766" y="2204946"/>
            <a:ext cx="5857795" cy="76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4000" spc="300">
                <a:solidFill>
                  <a:srgbClr val="E94609"/>
                </a:solidFill>
                <a:latin typeface="思源黑体"/>
                <a:ea typeface="思源黑体"/>
                <a:cs typeface="思源黑体"/>
                <a:sym typeface="思源黑体"/>
              </a:defRPr>
            </a:lvl1pPr>
          </a:lstStyle>
          <a:p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安云内部培训PPT模版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平安云内部培训PPT模版</Template>
  <TotalTime>18761</TotalTime>
  <Words>47</Words>
  <Application>Microsoft Office PowerPoint</Application>
  <PresentationFormat>自定义</PresentationFormat>
  <Paragraphs>23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思源黑体</vt:lpstr>
      <vt:lpstr>Microsoft YaHei</vt:lpstr>
      <vt:lpstr>Microsoft YaHei</vt:lpstr>
      <vt:lpstr>Arial</vt:lpstr>
      <vt:lpstr>Calibri</vt:lpstr>
      <vt:lpstr>Impact</vt:lpstr>
      <vt:lpstr>平安云内部培训PPT模版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中国平安保险(集团)股份有限公司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Localadmin</dc:creator>
  <cp:keywords>lgm</cp:keywords>
  <cp:lastModifiedBy>admin</cp:lastModifiedBy>
  <cp:revision>387</cp:revision>
  <dcterms:created xsi:type="dcterms:W3CDTF">2018-07-12T06:20:54Z</dcterms:created>
  <dcterms:modified xsi:type="dcterms:W3CDTF">2021-09-22T03:23:55Z</dcterms:modified>
</cp:coreProperties>
</file>